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04 Datawave Editorial 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74352" y="0"/>
            <a:ext cx="201168" cy="68580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1444752"/>
            <a:ext cx="2377440" cy="0"/>
          </a:xfrm>
          <a:prstGeom prst="line">
            <a:avLst/>
          </a:prstGeom>
          <a:noFill/>
          <a:ln w="12700">
            <a:solidFill>
              <a:srgbClr val="1560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9326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AUTOREPORT V0.4  |  TEMPLATE-CONTRACT EDITORIAL SPIKE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172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Editorial reporting frame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6428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2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Inspired by local PresentationGo references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3840480" y="1719072"/>
            <a:ext cx="5715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Title Placeholder</a:t>
            </a:r>
            <a:endParaRPr lang="en-US" sz="3000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3886200" y="3090672"/>
            <a:ext cx="42976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Subtitle Placeholder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04 Datawave Editorial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0080"/>
            <a:ext cx="146304" cy="54406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53312"/>
            <a:ext cx="7360920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1353312"/>
            <a:ext cx="2761488" cy="1188720"/>
          </a:xfrm>
          <a:prstGeom prst="rect">
            <a:avLst/>
          </a:prstGeom>
          <a:solidFill>
            <a:srgbClr val="EAF2F6"/>
          </a:solidFill>
          <a:ln w="12700">
            <a:solidFill>
              <a:srgbClr val="E3ECF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41080" y="2816352"/>
            <a:ext cx="2761488" cy="1755648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207008"/>
            <a:ext cx="1097280" cy="0"/>
          </a:xfrm>
          <a:prstGeom prst="line">
            <a:avLst/>
          </a:prstGeom>
          <a:noFill/>
          <a:ln w="12700">
            <a:solidFill>
              <a:srgbClr val="E971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5910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STEADY SIGNAL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15400" y="184708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Text-first layout keeps the report readable while leaving room for future image slots.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15400" y="3035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C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15400" y="32918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Structured, editorial, and calm. Decorative energy stays at the edges so the content block can still dominate.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15400" y="60533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87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V04 reference frame</a:t>
            </a:r>
            <a:endParaRPr lang="en-US" sz="900" dirty="0"/>
          </a:p>
        </p:txBody>
      </p:sp>
      <p:sp>
        <p:nvSpPr>
          <p:cNvPr id="14" name="Text 12"/>
          <p:cNvSpPr/>
          <p:nvPr>
            <p:ph idx="112" type="title" hasCustomPrompt="1"/>
          </p:nvPr>
        </p:nvSpPr>
        <p:spPr>
          <a:xfrm>
            <a:off x="932688" y="585216"/>
            <a:ext cx="708660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</a:lstStyle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Section Title</a:t>
            </a:r>
            <a:endParaRPr lang="en-US" sz="2600" dirty="0"/>
          </a:p>
        </p:txBody>
      </p:sp>
      <p:sp>
        <p:nvSpPr>
          <p:cNvPr id="15" name="Text 12"/>
          <p:cNvSpPr/>
          <p:nvPr>
            <p:ph idx="113" type="body" hasCustomPrompt="1"/>
          </p:nvPr>
        </p:nvSpPr>
        <p:spPr>
          <a:xfrm>
            <a:off x="987552" y="1627632"/>
            <a:ext cx="6903720" cy="409651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23313F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23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body placeholder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3840480" y="1719072"/>
            <a:ext cx="5715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Preview Title</a:t>
            </a:r>
            <a:endParaRPr lang="en-US" sz="3000" dirty="0"/>
          </a:p>
        </p:txBody>
      </p:sp>
      <p:sp>
        <p:nvSpPr>
          <p:cNvPr id="3" name="Text 7"/>
          <p:cNvSpPr/>
          <p:nvPr>
            <p:ph idx="108" type="body" hasCustomPrompt="1"/>
          </p:nvPr>
        </p:nvSpPr>
        <p:spPr>
          <a:xfrm>
            <a:off x="3886200" y="3090672"/>
            <a:ext cx="4297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Subtitle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2"/>
          <p:cNvSpPr/>
          <p:nvPr>
            <p:ph idx="112" type="title" hasCustomPrompt="1"/>
          </p:nvPr>
        </p:nvSpPr>
        <p:spPr>
          <a:xfrm>
            <a:off x="932688" y="585216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Highlights</a:t>
            </a:r>
            <a:endParaRPr lang="en-US" sz="2600" dirty="0"/>
          </a:p>
        </p:txBody>
      </p:sp>
      <p:sp>
        <p:nvSpPr>
          <p:cNvPr id="3" name="Text 12"/>
          <p:cNvSpPr/>
          <p:nvPr>
            <p:ph idx="113" type="body" hasCustomPrompt="1"/>
          </p:nvPr>
        </p:nvSpPr>
        <p:spPr>
          <a:xfrm>
            <a:off x="987552" y="1627632"/>
            <a:ext cx="6903720" cy="4096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body placeholder preview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autoreport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v04-datawave-editorial-template.pptx</dc:title>
  <dc:subject>v0.4 PptxGenJS template-authoring spike</dc:subject>
  <dc:creator>autoreport contributors</dc:creator>
  <cp:lastModifiedBy>autoreport contributors</cp:lastModifiedBy>
  <cp:revision>1</cp:revision>
  <dcterms:created xsi:type="dcterms:W3CDTF">2026-03-28T15:16:26Z</dcterms:created>
  <dcterms:modified xsi:type="dcterms:W3CDTF">2026-03-28T15:16:26Z</dcterms:modified>
</cp:coreProperties>
</file>