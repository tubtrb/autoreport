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Text Image Pic Token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Text Image Pic Token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53949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body placeholder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537960" y="1417320"/>
            <a:ext cx="4572000" cy="3246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37960" y="4846320"/>
            <a:ext cx="4572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Subtitle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Highlights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539496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 placeholder preview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3796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placeholder preview</a:t>
            </a:r>
            <a:endParaRPr lang="en-US" sz="2000" dirty="0"/>
          </a:p>
        </p:txBody>
      </p:sp>
      <p:pic>
        <p:nvPicPr>
          <p:cNvPr id="5" name="Image 0" descr="assets/landscape.pn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6537960" y="1417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autoreport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v04-text-image-pic-token-template.pptx</dc:title>
  <dc:subject>v0.4 PptxGenJS template-authoring spike</dc:subject>
  <dc:creator>autoreport contributors</dc:creator>
  <cp:lastModifiedBy>autoreport contributors</cp:lastModifiedBy>
  <cp:revision>1</cp:revision>
  <dcterms:created xsi:type="dcterms:W3CDTF">2026-03-28T15:16:26Z</dcterms:created>
  <dcterms:modified xsi:type="dcterms:W3CDTF">2026-03-28T15:16:26Z</dcterms:modified>
</cp:coreProperties>
</file>