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Minimal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Minimal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1024128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body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Subtitle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1024128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body placeholder preview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autoreport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v04-minimal-text-template.pptx</dc:title>
  <dc:subject>v0.4 PptxGenJS template-authoring spike</dc:subject>
  <dc:creator>autoreport contributors</dc:creator>
  <cp:lastModifiedBy>autoreport contributors</cp:lastModifiedBy>
  <cp:revision>1</cp:revision>
  <dcterms:created xsi:type="dcterms:W3CDTF">2026-03-28T15:16:26Z</dcterms:created>
  <dcterms:modified xsi:type="dcterms:W3CDTF">2026-03-28T15:16:26Z</dcterms:modified>
</cp:coreProperties>
</file>