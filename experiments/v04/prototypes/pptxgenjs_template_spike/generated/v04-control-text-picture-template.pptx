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ns0:sldLayout xmlns:ns0="http://schemas.openxmlformats.org/presentationml/2006/main" xmlns:ns1="http://schemas.openxmlformats.org/drawingml/2006/main" xmlns:ns2="http://schemas.microsoft.com/office/powerpoint/2010/main" type="obj" preserve="1">
  <ns0:cSld name="Title and Content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idx="1" type="dt"/>
          </ns0:nvPr>
        </ns0:nvSpPr>
        <ns0:spPr/>
        <ns0:txBody>
          <ns1:bodyPr/>
          <ns1:lstStyle/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2614314258"/>
      </ns0:ext>
    </ns0:extLst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xmlns:ns2="http://schemas.microsoft.com/office/powerpoint/2010/main" type="secHead" preserve="1">
  <ns0:cSld name="Section Header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722313" y="4406900"/>
            <ns1:ext cx="7772400" cy="1362075"/>
          </ns1:xfrm>
        </ns0:spPr>
        <ns0:txBody>
          <ns1:bodyPr anchor="t"/>
          <ns1:lstStyle>
            <ns1:lvl1pPr algn="l">
              <ns1:defRPr sz="4000" b="1" cap="all"/>
            </ns1:lvl1pPr>
          </ns1:lstStyle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dt" idx="1"/>
          </ns0:nvPr>
        </ns0:nvSpPr>
        <ns0:spPr>
          <ns1:xfrm>
            <ns1:off x="722313" y="2906713"/>
            <ns1:ext cx="7772400" cy="1500187"/>
          </ns1:xfrm>
        </ns0:spPr>
        <ns0:txBody>
          <ns1:bodyPr anchor="b"/>
          <ns1:lstStyle>
            <ns1:lvl1pPr marL="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960648375"/>
      </ns0:ext>
    </ns0:extLst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xmlns:ns2="http://schemas.microsoft.com/office/powerpoint/2010/main" type="twoObj" preserve="1">
  <ns0:cSld name="Two Content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sz="half" idx="1" type="dt"/>
          </ns0:nvPr>
        </ns0:nvSpPr>
        <ns0:spPr>
          <ns1:xfrm>
            <ns1:off x="457200" y="1600200"/>
            <ns1:ext cx="4038600" cy="4525963"/>
          </ns1:xfrm>
        </ns0:spPr>
        <ns0:txBody>
          <ns1:bodyPr/>
          <ns1:lstStyle>
            <ns1:lvl1pPr>
              <ns1:defRPr sz="2800"/>
            </ns1:lvl1pPr>
            <ns1:lvl2pPr>
              <ns1:defRPr sz="2400"/>
            </ns1:lvl2pPr>
            <ns1:lvl3pPr>
              <ns1:defRPr sz="2000"/>
            </ns1:lvl3pPr>
            <ns1:lvl4pPr>
              <ns1:defRPr sz="1800"/>
            </ns1:lvl4pPr>
            <ns1:lvl5pPr>
              <ns1:defRPr sz="1800"/>
            </ns1:lvl5pPr>
            <ns1:lvl6pPr>
              <ns1:defRPr sz="1800"/>
            </ns1:lvl6pPr>
            <ns1:lvl7pPr>
              <ns1:defRPr sz="1800"/>
            </ns1:lvl7pPr>
            <ns1:lvl8pPr>
              <ns1:defRPr sz="1800"/>
            </ns1:lvl8pPr>
            <ns1:lvl9pPr>
              <ns1:defRPr sz="18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Content Placeholder 3"/>
          <ns0:cNvSpPr>
            <ns1:spLocks noGrp="1"/>
          </ns0:cNvSpPr>
          <ns0:nvPr>
            <ns0:ph sz="half" idx="2" type="dt"/>
          </ns0:nvPr>
        </ns0:nvSpPr>
        <ns0:spPr>
          <ns1:xfrm>
            <ns1:off x="4648200" y="1600200"/>
            <ns1:ext cx="4038600" cy="4525963"/>
          </ns1:xfrm>
        </ns0:spPr>
        <ns0:txBody>
          <ns1:bodyPr/>
          <ns1:lstStyle>
            <ns1:lvl1pPr>
              <ns1:defRPr sz="2800"/>
            </ns1:lvl1pPr>
            <ns1:lvl2pPr>
              <ns1:defRPr sz="2400"/>
            </ns1:lvl2pPr>
            <ns1:lvl3pPr>
              <ns1:defRPr sz="2000"/>
            </ns1:lvl3pPr>
            <ns1:lvl4pPr>
              <ns1:defRPr sz="1800"/>
            </ns1:lvl4pPr>
            <ns1:lvl5pPr>
              <ns1:defRPr sz="1800"/>
            </ns1:lvl5pPr>
            <ns1:lvl6pPr>
              <ns1:defRPr sz="1800"/>
            </ns1:lvl6pPr>
            <ns1:lvl7pPr>
              <ns1:defRPr sz="1800"/>
            </ns1:lvl7pPr>
            <ns1:lvl8pPr>
              <ns1:defRPr sz="1800"/>
            </ns1:lvl8pPr>
            <ns1:lvl9pPr>
              <ns1:defRPr sz="18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5" name="Date Placeholder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6" name="Footer Placeholder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7" name="Slide Number Placeholder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2782244947"/>
      </ns0:ext>
    </ns0:extLst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xmlns:ns2="http://schemas.microsoft.com/office/powerpoint/2010/main" type="twoTxTwoObj" preserve="1">
  <ns0:cSld name="V04 Control Mixed Body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>
            <ns1:lvl1pPr>
              <ns1:defRPr/>
            </ns1:lvl1pPr>
          </ns1:lstStyle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idx="1"/>
          </ns0:nvPr>
        </ns0:nvSpPr>
        <ns0:spPr>
          <ns1:xfrm>
            <ns1:off x="731520" y="1417320"/>
            <ns1:ext cx="5394960" cy="4297680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</ns0:txBody>
      </ns0:sp>
      <ns0:sp>
        <ns0:nvSpPr>
          <ns0:cNvPr id="4" name="Content Placeholder 3"/>
          <ns0:cNvSpPr>
            <ns1:spLocks noGrp="1"/>
          </ns0:cNvSpPr>
          <ns0:nvPr>
            <ns0:ph sz="half" idx="2" type="dt"/>
          </ns0:nvPr>
        </ns0:nvSpPr>
        <ns0:spPr>
          <ns1:xfrm>
            <ns1:off x="457200" y="2174875"/>
            <ns1:ext cx="4040188" cy="3951288"/>
          </ns1:xfrm>
        </ns0:spPr>
        <ns0:txBody>
          <ns1:bodyPr/>
          <ns1:lstStyle>
            <ns1:lvl1pPr>
              <ns1:defRPr sz="2400"/>
            </ns1:lvl1pPr>
            <ns1:lvl2pPr>
              <ns1:defRPr sz="2000"/>
            </ns1:lvl2pPr>
            <ns1:lvl3pPr>
              <ns1:defRPr sz="1800"/>
            </ns1:lvl3pPr>
            <ns1:lvl4pPr>
              <ns1:defRPr sz="1600"/>
            </ns1:lvl4pPr>
            <ns1:lvl5pPr>
              <ns1:defRPr sz="1600"/>
            </ns1:lvl5pPr>
            <ns1:lvl6pPr>
              <ns1:defRPr sz="1600"/>
            </ns1:lvl6pPr>
            <ns1:lvl7pPr>
              <ns1:defRPr sz="1600"/>
            </ns1:lvl7pPr>
            <ns1:lvl8pPr>
              <ns1:defRPr sz="1600"/>
            </ns1:lvl8pPr>
            <ns1:lvl9pPr>
              <ns1:defRPr sz="16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5" name="Text Placeholder 4"/>
          <ns0:cNvSpPr>
            <ns1:spLocks noGrp="1"/>
          </ns0:cNvSpPr>
          <ns0:nvPr>
            <ns0:ph type="body" sz="quarter" idx="3"/>
          </ns0:nvPr>
        </ns0:nvSpPr>
        <ns0:spPr>
          <ns1:xfrm>
            <ns1:off x="6537960" y="4846320"/>
            <ns1:ext cx="4572000" cy="640080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</ns0:txBody>
      </ns0:sp>
      <ns0:sp>
        <ns0:nvSpPr>
          <ns0:cNvPr id="6" name="Content Placeholder 5"/>
          <ns0:cNvSpPr>
            <ns1:spLocks noGrp="1"/>
          </ns0:cNvSpPr>
          <ns0:nvPr>
            <ns0:ph sz="quarter" idx="4" type="pic"/>
          </ns0:nvPr>
        </ns0:nvSpPr>
        <ns0:spPr>
          <ns1:xfrm>
            <ns1:off x="6537960" y="1417320"/>
            <ns1:ext cx="4572000" cy="3246120"/>
          </ns1:xfrm>
        </ns0:spPr>
        <ns0:txBody>
          <ns1:bodyPr/>
          <ns1:lstStyle>
            <ns1:lvl1pPr>
              <ns1:defRPr sz="2400"/>
            </ns1:lvl1pPr>
            <ns1:lvl2pPr>
              <ns1:defRPr sz="2000"/>
            </ns1:lvl2pPr>
            <ns1:lvl3pPr>
              <ns1:defRPr sz="1800"/>
            </ns1:lvl3pPr>
            <ns1:lvl4pPr>
              <ns1:defRPr sz="1600"/>
            </ns1:lvl4pPr>
            <ns1:lvl5pPr>
              <ns1:defRPr sz="1600"/>
            </ns1:lvl5pPr>
            <ns1:lvl6pPr>
              <ns1:defRPr sz="1600"/>
            </ns1:lvl6pPr>
            <ns1:lvl7pPr>
              <ns1:defRPr sz="1600"/>
            </ns1:lvl7pPr>
            <ns1:lvl8pPr>
              <ns1:defRPr sz="1600"/>
            </ns1:lvl8pPr>
            <ns1:lvl9pPr>
              <ns1:defRPr sz="16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7" name="Date Placeholder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8" name="Footer Placeholder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9" name="Slide Number Placeholder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990158736"/>
      </ns0:ext>
    </ns0:extLst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xmlns:ns2="http://schemas.microsoft.com/office/powerpoint/2010/main" type="titleOnly" preserve="1">
  <ns0:cSld name="Title Only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Date Placeholder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4" name="Footer Placeholder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5" name="Slide Number Placeholder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727027711"/>
      </ns0:ext>
    </ns0:extLst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xmlns:ns2="http://schemas.microsoft.com/office/powerpoint/2010/main" type="blank" preserve="1">
  <ns0:cSld name="Blank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Date Placeholder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3" name="Footer Placeholder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1212999818"/>
      </ns0:ext>
    </ns0:extLst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xmlns:ns2="http://schemas.microsoft.com/office/powerpoint/2010/main" type="objTx" preserve="1">
  <ns0:cSld name="Content with Caption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457200" y="273050"/>
            <ns1:ext cx="3008313" cy="1162050"/>
          </ns1:xfrm>
        </ns0:spPr>
        <ns0:txBody>
          <ns1:bodyPr anchor="b"/>
          <ns1:lstStyle>
            <ns1:lvl1pPr algn="l">
              <ns1:defRPr sz="2000" b="1"/>
            </ns1:lvl1pPr>
          </ns1:lstStyle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idx="1" type="dt"/>
          </ns0:nvPr>
        </ns0:nvSpPr>
        <ns0:spPr>
          <ns1:xfrm>
            <ns1:off x="3575050" y="273050"/>
            <ns1:ext cx="5111750" cy="5853113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Text Placeholder 3"/>
          <ns0:cNvSpPr>
            <ns1:spLocks noGrp="1"/>
          </ns0:cNvSpPr>
          <ns0:nvPr>
            <ns0:ph type="dt" sz="half" idx="2"/>
          </ns0:nvPr>
        </ns0:nvSpPr>
        <ns0:spPr>
          <ns1:xfrm>
            <ns1:off x="457200" y="1435100"/>
            <ns1:ext cx="3008313" cy="4691063"/>
          </ns1:xfrm>
        </ns0:spPr>
        <ns0:txBody>
          <ns1:bodyPr/>
          <ns1:lstStyle>
            <ns1:lvl1pPr marL="0" indent="0">
              <ns1:buNone/>
              <ns1:defRPr sz="1400"/>
            </ns1:lvl1pPr>
            <ns1:lvl2pPr marL="457200" indent="0">
              <ns1:buNone/>
              <ns1:defRPr sz="1200"/>
            </ns1:lvl2pPr>
            <ns1:lvl3pPr marL="914400" indent="0">
              <ns1:buNone/>
              <ns1:defRPr sz="1000"/>
            </ns1:lvl3pPr>
            <ns1:lvl4pPr marL="1371600" indent="0">
              <ns1:buNone/>
              <ns1:defRPr sz="900"/>
            </ns1:lvl4pPr>
            <ns1:lvl5pPr marL="1828800" indent="0">
              <ns1:buNone/>
              <ns1:defRPr sz="900"/>
            </ns1:lvl5pPr>
            <ns1:lvl6pPr marL="2286000" indent="0">
              <ns1:buNone/>
              <ns1:defRPr sz="900"/>
            </ns1:lvl6pPr>
            <ns1:lvl7pPr marL="2743200" indent="0">
              <ns1:buNone/>
              <ns1:defRPr sz="900"/>
            </ns1:lvl7pPr>
            <ns1:lvl8pPr marL="3200400" indent="0">
              <ns1:buNone/>
              <ns1:defRPr sz="900"/>
            </ns1:lvl8pPr>
            <ns1:lvl9pPr marL="3657600" indent="0">
              <ns1:buNone/>
              <ns1:defRPr sz="9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</ns0:txBody>
      </ns0:sp>
      <ns0:sp>
        <ns0:nvSpPr>
          <ns0:cNvPr id="5" name="Date Placeholder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6" name="Footer Placeholder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7" name="Slide Number Placeholder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1840726560"/>
      </ns0:ext>
    </ns0:extLst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xmlns:ns2="http://schemas.microsoft.com/office/powerpoint/2010/main" type="picTx" preserve="1">
  <ns0:cSld name="Picture with Caption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1792288" y="4800600"/>
            <ns1:ext cx="5486400" cy="566738"/>
          </ns1:xfrm>
        </ns0:spPr>
        <ns0:txBody>
          <ns1:bodyPr anchor="b"/>
          <ns1:lstStyle>
            <ns1:lvl1pPr algn="l">
              <ns1:defRPr sz="2000" b="1"/>
            </ns1:lvl1pPr>
          </ns1:lstStyle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Picture Placeholder 2"/>
          <ns0:cNvSpPr>
            <ns1:spLocks noGrp="1"/>
          </ns0:cNvSpPr>
          <ns0:nvPr>
            <ns0:ph type="dt" idx="1"/>
          </ns0:nvPr>
        </ns0:nvSpPr>
        <ns0:spPr>
          <ns1:xfrm>
            <ns1:off x="1792288" y="612775"/>
            <ns1:ext cx="5486400" cy="4114800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en-US"/>
          </ns1:p>
        </ns0:txBody>
      </ns0:sp>
      <ns0:sp>
        <ns0:nvSpPr>
          <ns0:cNvPr id="4" name="Text Placeholder 3"/>
          <ns0:cNvSpPr>
            <ns1:spLocks noGrp="1"/>
          </ns0:cNvSpPr>
          <ns0:nvPr>
            <ns0:ph type="dt" sz="half" idx="2"/>
          </ns0:nvPr>
        </ns0:nvSpPr>
        <ns0:spPr>
          <ns1:xfrm>
            <ns1:off x="1792288" y="5367338"/>
            <ns1:ext cx="5486400" cy="804862"/>
          </ns1:xfrm>
        </ns0:spPr>
        <ns0:txBody>
          <ns1:bodyPr/>
          <ns1:lstStyle>
            <ns1:lvl1pPr marL="0" indent="0">
              <ns1:buNone/>
              <ns1:defRPr sz="1400"/>
            </ns1:lvl1pPr>
            <ns1:lvl2pPr marL="457200" indent="0">
              <ns1:buNone/>
              <ns1:defRPr sz="1200"/>
            </ns1:lvl2pPr>
            <ns1:lvl3pPr marL="914400" indent="0">
              <ns1:buNone/>
              <ns1:defRPr sz="1000"/>
            </ns1:lvl3pPr>
            <ns1:lvl4pPr marL="1371600" indent="0">
              <ns1:buNone/>
              <ns1:defRPr sz="900"/>
            </ns1:lvl4pPr>
            <ns1:lvl5pPr marL="1828800" indent="0">
              <ns1:buNone/>
              <ns1:defRPr sz="900"/>
            </ns1:lvl5pPr>
            <ns1:lvl6pPr marL="2286000" indent="0">
              <ns1:buNone/>
              <ns1:defRPr sz="900"/>
            </ns1:lvl6pPr>
            <ns1:lvl7pPr marL="2743200" indent="0">
              <ns1:buNone/>
              <ns1:defRPr sz="900"/>
            </ns1:lvl7pPr>
            <ns1:lvl8pPr marL="3200400" indent="0">
              <ns1:buNone/>
              <ns1:defRPr sz="900"/>
            </ns1:lvl8pPr>
            <ns1:lvl9pPr marL="3657600" indent="0">
              <ns1:buNone/>
              <ns1:defRPr sz="9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</ns0:txBody>
      </ns0:sp>
      <ns0:sp>
        <ns0:nvSpPr>
          <ns0:cNvPr id="5" name="Date Placeholder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6" name="Footer Placeholder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7" name="Slide Number Placeholder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3889236939"/>
      </ns0:ext>
    </ns0:extLst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xmlns:ns2="http://schemas.microsoft.com/office/powerpoint/2010/main" type="vertTx" preserve="1">
  <ns0:cSld name="Title and Vertical Text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Vertical Text Placeholder 2"/>
          <ns0:cNvSpPr>
            <ns1:spLocks noGrp="1"/>
          </ns0:cNvSpPr>
          <ns0:nvPr>
            <ns0:ph type="dt" orient="vert" idx="1"/>
          </ns0:nvPr>
        </ns0:nvSpPr>
        <ns0:spPr/>
        <ns0:txBody>
          <ns1:bodyPr vert="eaVert"/>
          <ns1:lstStyle/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2910927964"/>
      </ns0:ext>
    </ns0:extLst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xmlns:ns2="http://schemas.microsoft.com/office/powerpoint/2010/main" type="vertTitleAndTx" preserve="1">
  <ns0:cSld name="Vertical Title and Text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Vertical Title 1"/>
          <ns0:cNvSpPr>
            <ns1:spLocks noGrp="1"/>
          </ns0:cNvSpPr>
          <ns0:nvPr>
            <ns0:ph type="title" orient="vert"/>
          </ns0:nvPr>
        </ns0:nvSpPr>
        <ns0:spPr>
          <ns1:xfrm>
            <ns1:off x="6629400" y="274638"/>
            <ns1:ext cx="2057400" cy="5851525"/>
          </ns1:xfrm>
        </ns0:spPr>
        <ns0:txBody>
          <ns1:bodyPr vert="eaVert"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Vertical Text Placeholder 2"/>
          <ns0:cNvSpPr>
            <ns1:spLocks noGrp="1"/>
          </ns0:cNvSpPr>
          <ns0:nvPr>
            <ns0:ph type="dt" orient="vert" idx="1"/>
          </ns0:nvPr>
        </ns0:nvSpPr>
        <ns0:spPr>
          <ns1:xfrm>
            <ns1:off x="457200" y="274638"/>
            <ns1:ext cx="6019800" cy="5851525"/>
          </ns1:xfrm>
        </ns0:spPr>
        <ns0:txBody>
          <ns1:bodyPr vert="eaVert"/>
          <ns1:lstStyle/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3612223792"/>
      </ns0:ext>
    </ns0:extLst>
  </ns0:cSld>
  <ns0:clrMapOvr>
    <ns1:masterClrMapping/>
  </ns0:clrMapOvr>
</ns0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Preview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Preview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Highlights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text placeholder preview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Caption placeholder preview</a:t>
            </a:r>
          </a:p>
        </p:txBody>
      </p:sp>
      <p:pic>
        <p:nvPicPr>
          <p:cNvPr id="5" name="Picture Placeholder 4" descr="landscape.png"/>
          <p:cNvPicPr>
            <a:picLocks noGrp="1" noChangeAspect="1"/>
          </p:cNvPicPr>
          <p:nvPr>
            <p:ph type="pic" idx="4" sz="quarter"/>
          </p:nvPr>
        </p:nvPicPr>
        <p:blipFill>
          <a:blip r:embed="rId2"/>
          <a:srcRect l="14789" r="14789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