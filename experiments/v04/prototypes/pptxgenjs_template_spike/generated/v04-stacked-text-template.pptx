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04 Stacked 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7899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Placeholder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41732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Placeholder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04 Stacke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508760"/>
            <a:ext cx="100584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body placeholder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520440"/>
            <a:ext cx="100584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body placeholder</a:t>
            </a: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7899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Title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417320"/>
            <a:ext cx="996696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Subtitle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2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508760"/>
            <a:ext cx="100584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stacked placeholder preview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3520440"/>
            <a:ext cx="100584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stacked placeholder preview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autoreport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v04-stacked-text-template.pptx</dc:title>
  <dc:subject>v0.4 PptxGenJS template-authoring spike</dc:subject>
  <dc:creator>autoreport contributors</dc:creator>
  <cp:lastModifiedBy>autoreport contributors</cp:lastModifiedBy>
  <cp:revision>1</cp:revision>
  <dcterms:created xsi:type="dcterms:W3CDTF">2026-03-28T15:16:26Z</dcterms:created>
  <dcterms:modified xsi:type="dcterms:W3CDTF">2026-03-28T15:16:26Z</dcterms:modified>
</cp:coreProperties>
</file>